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presProps" Target="presProps.xml"/>
  <Relationship Id="rId5" Type="http://schemas.openxmlformats.org/officeDocument/2006/relationships/viewProps" Target="viewProps.xml"/>
  <Relationship Id="rId6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56895610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.00000000006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285750" y="190500"/>
          <a:ext cx="9048750" cy="5048250"/>
          <a:chOff x="285750" y="190500"/>
          <a:chExt cx="9048750" cy="5048250"/>
        </a:xfrm>
      </p:grpSpPr>
      <p:sp>
        <p:nvSpPr>
          <p:cNvPr id="1" name=""/>
          <p:cNvSpPr txBox="1"/>
          <p:nvPr/>
        </p:nvSpPr>
        <p:spPr>
          <a:xfrm>
            <a:off x="285750" y="190500"/>
            <a:ext cx="8763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z="2800" spc="0" u="none">
                <a:solidFill>
                  <a:srgbClr val="111111">
                    <a:alpha val="100000"/>
                  </a:srgbClr>
                </a:solidFill>
                <a:latin typeface="Calibri"/>
              </a:rPr>
              <a:t><![CDATA[Test Slide Title]]></a:t>
            </a:r>
          </a:p>
        </p:txBody>
      </p:sp>
      <p:sp>
        <p:nvSpPr>
          <p:cNvPr id="2" name=""/>
          <p:cNvSpPr txBox="1"/>
          <p:nvPr/>
        </p:nvSpPr>
        <p:spPr>
          <a:xfrm>
            <a:off x="476250" y="1047750"/>
            <a:ext cx="8572500" cy="4000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z="1800" spc="0" u="none">
                <a:solidFill>
                  <a:srgbClr val="111111">
                    <a:alpha val="100000"/>
                  </a:srgbClr>
                </a:solidFill>
                <a:latin typeface="Calibri"/>
              </a:rPr>
              <a:t><![CDATA[First bullet point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z="1800" spc="0" u="none">
                <a:solidFill>
                  <a:srgbClr val="111111">
                    <a:alpha val="100000"/>
                  </a:srgbClr>
                </a:solidFill>
                <a:latin typeface="Calibri"/>
              </a:rPr>
              <a:t><![CDATA[Second bullet point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z="1800" spc="0" u="none">
                <a:solidFill>
                  <a:srgbClr val="111111">
                    <a:alpha val="100000"/>
                  </a:srgbClr>
                </a:solidFill>
                <a:latin typeface="Calibri"/>
              </a:rPr>
              <a:t><![CDATA[Third bullet point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38">
  <a:themeElements>
    <a:clrScheme name="Theme3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38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38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2026-01-08T13:35:37Z</dcterms:created>
  <dcterms:modified xsi:type="dcterms:W3CDTF">2026-01-08T13:35:37Z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