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9144000" cy="6858000" type="screen4x3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presProps" Target="presProps.xml"/>
  <Relationship Id="rId7" Type="http://schemas.openxmlformats.org/officeDocument/2006/relationships/viewProps" Target="viewProps.xml"/>
  <Relationship Id="rId8" Type="http://schemas.openxmlformats.org/officeDocument/2006/relationships/tableStyles" Target="tableStyles.xml"/>
</Relationships>
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285750" y="285750"/>
          <a:ext cx="8858250" cy="6000750"/>
          <a:chOff x="285750" y="285750"/>
          <a:chExt cx="8858250" cy="600075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4429125" cy="3000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"/>
          <p:cNvSpPr>
            <a:spLocks noGrp="1"/>
          </p:cNvSpPr>
          <p:nvPr>
            <p:ph type="body" idx="1"/>
          </p:nvPr>
        </p:nvSpPr>
        <p:spPr>
          <a:xfrm>
            <a:off x="285750" y="3286125"/>
            <a:ext cx="5486400" cy="3600450"/>
          </a:xfrm>
          <a:prstGeom prst="rect">
            <a:avLst/>
          </a:prstGeom>
        </p:spPr>
        <p:txBody>
          <a:bodyPr/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400" spc="0" u="none" cap="none">
                <a:solidFill>
                  <a:srgbClr val="111111">
                    <a:alpha val="100000"/>
                  </a:srgbClr>
                </a:solidFill>
                <a:latin typeface="Calibri"/>
              </a:rPr>
              <a:t><![CDATA[An overview of what X is and its significance.]]></a:t>
            </a: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285750" y="285750"/>
          <a:ext cx="8858250" cy="6000750"/>
          <a:chOff x="285750" y="285750"/>
          <a:chExt cx="8858250" cy="600075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4429125" cy="3000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"/>
          <p:cNvSpPr>
            <a:spLocks noGrp="1"/>
          </p:cNvSpPr>
          <p:nvPr>
            <p:ph type="body" idx="1"/>
          </p:nvPr>
        </p:nvSpPr>
        <p:spPr>
          <a:xfrm>
            <a:off x="285750" y="3286125"/>
            <a:ext cx="5486400" cy="3600450"/>
          </a:xfrm>
          <a:prstGeom prst="rect">
            <a:avLst/>
          </a:prstGeom>
        </p:spPr>
        <p:txBody>
          <a:bodyPr/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400" spc="0" u="none" cap="none">
                <a:solidFill>
                  <a:srgbClr val="111111">
                    <a:alpha val="100000"/>
                  </a:srgbClr>
                </a:solidFill>
                <a:latin typeface="Calibri"/>
              </a:rPr>
              <a:t><![CDATA[Understanding how to effectively work with X.]]></a:t>
            </a: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285750" y="285750"/>
          <a:ext cx="8858250" cy="6000750"/>
          <a:chOff x="285750" y="285750"/>
          <a:chExt cx="8858250" cy="600075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4429125" cy="3000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"/>
          <p:cNvSpPr>
            <a:spLocks noGrp="1"/>
          </p:cNvSpPr>
          <p:nvPr>
            <p:ph type="body" idx="1"/>
          </p:nvPr>
        </p:nvSpPr>
        <p:spPr>
          <a:xfrm>
            <a:off x="285750" y="3286125"/>
            <a:ext cx="5486400" cy="3600450"/>
          </a:xfrm>
          <a:prstGeom prst="rect">
            <a:avLst/>
          </a:prstGeom>
        </p:spPr>
        <p:txBody>
          <a:bodyPr/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400" spc="0" u="none" cap="none">
                <a:solidFill>
                  <a:srgbClr val="111111">
                    <a:alpha val="100000"/>
                  </a:srgbClr>
                </a:solidFill>
                <a:latin typeface="Calibri"/>
              </a:rPr>
              <a:t><![CDATA[Exploring advanced aspects and the future of X.]]></a:t>
            </a:r>
          </a:p>
        </p:txBody>
      </p:sp>
    </p:spTree>
  </p:cSld>
</p:note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56896234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42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lide_0_695fb1c6ce06c1.png"/>
  <Relationship Id="rId3" Type="http://schemas.openxmlformats.org/officeDocument/2006/relationships/notesSlide" Target="../notesSlides/notesSlide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lide_1_695fb1e26aeb12.png"/>
  <Relationship Id="rId3" Type="http://schemas.openxmlformats.org/officeDocument/2006/relationships/notesSlide" Target="../notesSlides/notesSlide2.xml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lide_2_695fb1f5663b93.png"/>
  <Relationship Id="rId3" Type="http://schemas.openxmlformats.org/officeDocument/2006/relationships/notesSlide" Target="../notesSlides/notesSlide3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285750" y="190500"/>
          <a:ext cx="9048750" cy="5048250"/>
          <a:chOff x="285750" y="190500"/>
          <a:chExt cx="9048750" cy="5048250"/>
        </a:xfrm>
      </p:grpSpPr>
      <p:sp>
        <p:nvSpPr>
          <p:cNvPr id="2" name=""/>
          <p:cNvSpPr txBox="1"/>
          <p:nvPr/>
        </p:nvSpPr>
        <p:spPr>
          <a:xfrm>
            <a:off x="285750" y="190500"/>
            <a:ext cx="8763000" cy="571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800" spc="0" u="none" cap="none">
                <a:solidFill>
                  <a:srgbClr val="111111">
                    <a:alpha val="100000"/>
                  </a:srgbClr>
                </a:solidFill>
                <a:latin typeface="Calibri"/>
              </a:rPr>
              <a:t><![CDATA[Slide 1: Introduction to X]]></a:t>
            </a:r>
          </a:p>
        </p:txBody>
      </p:sp>
      <p:sp>
        <p:nvSpPr>
          <p:cNvPr id="3" name=""/>
          <p:cNvSpPr txBox="1"/>
          <p:nvPr/>
        </p:nvSpPr>
        <p:spPr>
          <a:xfrm>
            <a:off x="476250" y="1047750"/>
            <a:ext cx="4286250" cy="4000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11111">
                    <a:alpha val="100000"/>
                  </a:srgbClr>
                </a:solidFill>
                <a:latin typeface="Calibri"/>
              </a:rPr>
              <a:t><![CDATA[Definition of X]]></a:t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11111">
                    <a:alpha val="100000"/>
                  </a:srgbClr>
                </a:solidFill>
                <a:latin typeface="Calibri"/>
              </a:rPr>
              <a:t><![CDATA[Importance of X]]></a:t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11111">
                    <a:alpha val="100000"/>
                  </a:srgbClr>
                </a:solidFill>
                <a:latin typeface="Calibri"/>
              </a:rPr>
              <a:t><![CDATA[Applications of X]]></a:t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11111">
                    <a:alpha val="100000"/>
                  </a:srgbClr>
                </a:solidFill>
                <a:latin typeface="Calibri"/>
              </a:rPr>
              <a:t><![CDATA[Basic properties of X]]></a:t>
            </a:r>
          </a:p>
        </p:txBody>
      </p:sp>
      <p:pic>
        <p:nvPicPr>
          <p:cNvPr id="4" name="Slide Image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1047750"/>
            <a:ext cx="3238500" cy="3238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285750" y="190500"/>
          <a:ext cx="9048750" cy="5048250"/>
          <a:chOff x="285750" y="190500"/>
          <a:chExt cx="9048750" cy="5048250"/>
        </a:xfrm>
      </p:grpSpPr>
      <p:sp>
        <p:nvSpPr>
          <p:cNvPr id="2" name=""/>
          <p:cNvSpPr txBox="1"/>
          <p:nvPr/>
        </p:nvSpPr>
        <p:spPr>
          <a:xfrm>
            <a:off x="285750" y="190500"/>
            <a:ext cx="8763000" cy="571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800" spc="0" u="none" cap="none">
                <a:solidFill>
                  <a:srgbClr val="111111">
                    <a:alpha val="100000"/>
                  </a:srgbClr>
                </a:solidFill>
                <a:latin typeface="Calibri"/>
              </a:rPr>
              <a:t><![CDATA[Slide 2: Working with X]]></a:t>
            </a:r>
          </a:p>
        </p:txBody>
      </p:sp>
      <p:sp>
        <p:nvSpPr>
          <p:cNvPr id="3" name=""/>
          <p:cNvSpPr txBox="1"/>
          <p:nvPr/>
        </p:nvSpPr>
        <p:spPr>
          <a:xfrm>
            <a:off x="476250" y="1047750"/>
            <a:ext cx="4286250" cy="4000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11111">
                    <a:alpha val="100000"/>
                  </a:srgbClr>
                </a:solidFill>
                <a:latin typeface="Calibri"/>
              </a:rPr>
              <a:t><![CDATA[Key concepts related to X]]></a:t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11111">
                    <a:alpha val="100000"/>
                  </a:srgbClr>
                </a:solidFill>
                <a:latin typeface="Calibri"/>
              </a:rPr>
              <a:t><![CDATA[Methods for analyzing X]]></a:t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11111">
                    <a:alpha val="100000"/>
                  </a:srgbClr>
                </a:solidFill>
                <a:latin typeface="Calibri"/>
              </a:rPr>
              <a:t><![CDATA[Common challenges when dealing with X]]></a:t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11111">
                    <a:alpha val="100000"/>
                  </a:srgbClr>
                </a:solidFill>
                <a:latin typeface="Calibri"/>
              </a:rPr>
              <a:t><![CDATA[Best practices for working with X]]></a:t>
            </a:r>
          </a:p>
        </p:txBody>
      </p:sp>
      <p:pic>
        <p:nvPicPr>
          <p:cNvPr id="4" name="Slide Image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1047750"/>
            <a:ext cx="3238500" cy="3238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285750" y="190500"/>
          <a:ext cx="9048750" cy="5048250"/>
          <a:chOff x="285750" y="190500"/>
          <a:chExt cx="9048750" cy="5048250"/>
        </a:xfrm>
      </p:grpSpPr>
      <p:sp>
        <p:nvSpPr>
          <p:cNvPr id="2" name=""/>
          <p:cNvSpPr txBox="1"/>
          <p:nvPr/>
        </p:nvSpPr>
        <p:spPr>
          <a:xfrm>
            <a:off x="285750" y="190500"/>
            <a:ext cx="8763000" cy="571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800" spc="0" u="none" cap="none">
                <a:solidFill>
                  <a:srgbClr val="111111">
                    <a:alpha val="100000"/>
                  </a:srgbClr>
                </a:solidFill>
                <a:latin typeface="Calibri"/>
              </a:rPr>
              <a:t><![CDATA[Slide 3: Advanced Topics in X]]></a:t>
            </a:r>
          </a:p>
        </p:txBody>
      </p:sp>
      <p:sp>
        <p:nvSpPr>
          <p:cNvPr id="3" name=""/>
          <p:cNvSpPr txBox="1"/>
          <p:nvPr/>
        </p:nvSpPr>
        <p:spPr>
          <a:xfrm>
            <a:off x="476250" y="1047750"/>
            <a:ext cx="4286250" cy="4000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11111">
                    <a:alpha val="100000"/>
                  </a:srgbClr>
                </a:solidFill>
                <a:latin typeface="Calibri"/>
              </a:rPr>
              <a:t><![CDATA[Advanced techniques for X]]></a:t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11111">
                    <a:alpha val="100000"/>
                  </a:srgbClr>
                </a:solidFill>
                <a:latin typeface="Calibri"/>
              </a:rPr>
              <a:t><![CDATA[Cutting-edge research in the field of X]]></a:t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11111">
                    <a:alpha val="100000"/>
                  </a:srgbClr>
                </a:solidFill>
                <a:latin typeface="Calibri"/>
              </a:rPr>
              <a:t><![CDATA[Future trends and developments in X]]></a:t>
            </a:r>
          </a:p>
        </p:txBody>
      </p:sp>
      <p:pic>
        <p:nvPicPr>
          <p:cNvPr id="4" name="Slide Image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1047750"/>
            <a:ext cx="3238500" cy="3238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heme26">
  <a:themeElements>
    <a:clrScheme name="Theme26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26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26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b="180000" l="50000" r="50000" t="-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3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Unknown Company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Unknown Creator</dc:creator>
  <cp:lastModifiedBy>Unknown Creator</cp:lastModifiedBy>
  <dcterms:created xsi:type="dcterms:W3CDTF">2026-01-08T13:46:01Z</dcterms:created>
  <dcterms:modified xsi:type="dcterms:W3CDTF">2026-01-08T13:46:01Z</dcterms:modified>
  <dc:title>Untitled Presentation</dc:title>
  <dc:description/>
  <dc:subject/>
  <cp:keywords/>
  <cp:category/>
  <cp:revision/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