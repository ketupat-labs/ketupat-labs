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ableStyles" Target="tableStyles.xml"/>
</Relationships>
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285750" y="285750"/>
          <a:ext cx="8858250" cy="6000750"/>
          <a:chOff x="285750" y="285750"/>
          <a:chExt cx="8858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429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285750" y="32861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An overview of what X is and its significance.]]>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285750" y="285750"/>
          <a:ext cx="8858250" cy="6000750"/>
          <a:chOff x="285750" y="285750"/>
          <a:chExt cx="8858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429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285750" y="32861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Understanding how to effectively work with X.]]>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285750" y="285750"/>
          <a:ext cx="8858250" cy="6000750"/>
          <a:chOff x="285750" y="285750"/>
          <a:chExt cx="8858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429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285750" y="32861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Exploring advanced aspects and the future of X.]]>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689579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.00000000006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_695fb1c6ce06c1.png"/>
  <Relationship Id="rId3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1_695fb1e26aeb12.png"/>
  <Relationship Id="rId3" Type="http://schemas.openxmlformats.org/officeDocument/2006/relationships/notesSlide" Target="../notesSlides/notesSlide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2_695fb1f5663b93.png"/>
  <Relationship Id="rId3" Type="http://schemas.openxmlformats.org/officeDocument/2006/relationships/notesSlide" Target="../notesSlides/notesSlide3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9048750" cy="5048250"/>
          <a:chOff x="285750" y="190500"/>
          <a:chExt cx="9048750" cy="5048250"/>
        </a:xfrm>
      </p:grpSpPr>
      <p:sp>
        <p:nvSpPr>
          <p:cNvPr id="1" name=""/>
          <p:cNvSpPr txBox="1"/>
          <p:nvPr/>
        </p:nvSpPr>
        <p:spPr>
          <a:xfrm>
            <a:off x="285750" y="190500"/>
            <a:ext cx="8763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z="2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Slide 1: Introduction to X]]></a:t>
            </a:r>
          </a:p>
        </p:txBody>
      </p:sp>
      <p:sp>
        <p:nvSpPr>
          <p:cNvPr id="2" name=""/>
          <p:cNvSpPr txBox="1"/>
          <p:nvPr/>
        </p:nvSpPr>
        <p:spPr>
          <a:xfrm>
            <a:off x="476250" y="1047750"/>
            <a:ext cx="4286250" cy="400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Definition of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Importance of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Applications of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Basic properties of X]]></a:t>
            </a:r>
          </a:p>
        </p:txBody>
      </p:sp>
      <p:pic>
        <p:nvPicPr>
          <p:cNvPr id="3" name="Slide Imag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47750"/>
            <a:ext cx="3238500" cy="3238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9048750" cy="5048250"/>
          <a:chOff x="285750" y="190500"/>
          <a:chExt cx="9048750" cy="5048250"/>
        </a:xfrm>
      </p:grpSpPr>
      <p:sp>
        <p:nvSpPr>
          <p:cNvPr id="1" name=""/>
          <p:cNvSpPr txBox="1"/>
          <p:nvPr/>
        </p:nvSpPr>
        <p:spPr>
          <a:xfrm>
            <a:off x="285750" y="190500"/>
            <a:ext cx="8763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z="2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Slide 2: Working with X]]></a:t>
            </a:r>
          </a:p>
        </p:txBody>
      </p:sp>
      <p:sp>
        <p:nvSpPr>
          <p:cNvPr id="2" name=""/>
          <p:cNvSpPr txBox="1"/>
          <p:nvPr/>
        </p:nvSpPr>
        <p:spPr>
          <a:xfrm>
            <a:off x="476250" y="1047750"/>
            <a:ext cx="4286250" cy="400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Key concepts related to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Methods for analyzing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Common challenges when dealing with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Best practices for working with X]]></a:t>
            </a:r>
          </a:p>
        </p:txBody>
      </p:sp>
      <p:pic>
        <p:nvPicPr>
          <p:cNvPr id="3" name="Slide Imag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47750"/>
            <a:ext cx="3238500" cy="3238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9048750" cy="5048250"/>
          <a:chOff x="285750" y="190500"/>
          <a:chExt cx="9048750" cy="5048250"/>
        </a:xfrm>
      </p:grpSpPr>
      <p:sp>
        <p:nvSpPr>
          <p:cNvPr id="1" name=""/>
          <p:cNvSpPr txBox="1"/>
          <p:nvPr/>
        </p:nvSpPr>
        <p:spPr>
          <a:xfrm>
            <a:off x="285750" y="190500"/>
            <a:ext cx="8763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z="2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Slide 3: Advanced Topics in X]]></a:t>
            </a:r>
          </a:p>
        </p:txBody>
      </p:sp>
      <p:sp>
        <p:nvSpPr>
          <p:cNvPr id="2" name=""/>
          <p:cNvSpPr txBox="1"/>
          <p:nvPr/>
        </p:nvSpPr>
        <p:spPr>
          <a:xfrm>
            <a:off x="476250" y="1047750"/>
            <a:ext cx="4286250" cy="400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Advanced techniques for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Cutting-edge research in the field of X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Future trends and developments in X]]></a:t>
            </a:r>
          </a:p>
        </p:txBody>
      </p:sp>
      <p:pic>
        <p:nvPicPr>
          <p:cNvPr id="3" name="Slide Imag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47750"/>
            <a:ext cx="3238500" cy="3238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93">
  <a:themeElements>
    <a:clrScheme name="Theme9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2026-01-08T13:38:41Z</dcterms:created>
  <dcterms:modified xsi:type="dcterms:W3CDTF">2026-01-08T13:38:41Z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